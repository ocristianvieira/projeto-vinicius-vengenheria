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D94F3D"/>
          </a:solidFill>
          <a:ln/>
          <a:effectLst>
            <a:outerShdw sx="100000" sy="100000" kx="0" ky="0" algn="bl" rotWithShape="0" blurRad="254000" dist="101600" dir="27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320040"/>
            <a:ext cx="11548872" cy="365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" y="41148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411480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411480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20040"/>
            <a:ext cx="11548872" cy="365760"/>
          </a:xfrm>
          <a:prstGeom prst="rect">
            <a:avLst/>
          </a:prstGeom>
          <a:solidFill>
            <a:srgbClr val="B83A2B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" y="41148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" y="411480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" y="411480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2344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VF</a:t>
            </a:r>
            <a:endParaRPr lang="en-US" sz="12000" dirty="0"/>
          </a:p>
        </p:txBody>
      </p:sp>
      <p:sp>
        <p:nvSpPr>
          <p:cNvPr id="13" name="Text 11"/>
          <p:cNvSpPr/>
          <p:nvPr/>
        </p:nvSpPr>
        <p:spPr>
          <a:xfrm>
            <a:off x="960120" y="3063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ENGENHARIA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257800" y="1143000"/>
            <a:ext cx="36576" cy="4937760"/>
          </a:xfrm>
          <a:prstGeom prst="rect">
            <a:avLst/>
          </a:prstGeom>
          <a:solidFill>
            <a:srgbClr val="B83A2B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1325880"/>
            <a:ext cx="587959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PROPOSTA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SERVIÇO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623560" y="3429000"/>
            <a:ext cx="5879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3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RPCI + HABITE-SE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23560" y="4069080"/>
            <a:ext cx="5879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Para: Empresa Teste Ltda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23560" y="5623560"/>
            <a:ext cx="5879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3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de abril de 2026  |  válida 15 dias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254000" dist="101600" dir="27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320040"/>
            <a:ext cx="11548872" cy="365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" y="41148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411480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411480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822960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~ descricao_servicos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10268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DESCRIÇÃO DOS SERVIÇOS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60120" y="1828800"/>
            <a:ext cx="10268712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965960"/>
            <a:ext cx="1026871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D0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Prestação de serviços de ELABORAÇÃO E APROVAÇÃO de Relatório de Prevenção e Combate a Incêndio e Habite-se junto ao Corpo de Bombeiros Militar de Santa Catarina. Edificação com 1.250,00 m² de área construída em Florianópolis.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0120" y="553212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D94F3D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532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RPCI + HABITE-SE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6035040"/>
            <a:ext cx="11548872" cy="50292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603504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1.250,00 m²  |  Florianópolis  |  VF Engenharia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254000" dist="101600" dir="27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320040"/>
            <a:ext cx="11548872" cy="365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" y="41148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411480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411480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822960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~ incluso_na_proposta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10268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INCLUSO NA PROPOSTA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60120" y="1783080"/>
            <a:ext cx="10268712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920240"/>
            <a:ext cx="10268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4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D0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Emissão da ART - Anotação de Responsabilidade Técnica emitida por Engenheiro Civil;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395728"/>
            <a:ext cx="10268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4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D0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Acompanhamento da tramitação do processo até a sua aprovação pelo sistema e-SCI;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871216"/>
            <a:ext cx="10268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4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D0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Elaboração do RPCI seguindo todas as normativas vigentes do CBMSC, bem como com a inclusão de todos os sistemas preventivos necessários para a edificação;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346704"/>
            <a:ext cx="10268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4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D0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Elaboração de documentação técnica para obtenção do atestado de Habite-se do CBMSC;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822192"/>
            <a:ext cx="10268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4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D0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fiscal (e-NFS) de todos os serviços prestados;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6035040"/>
            <a:ext cx="11548872" cy="50292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603504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Engenheiro Civil Vinicius M. Figueiredo  |  CREA 198631-4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254000" dist="101600" dir="27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320040"/>
            <a:ext cx="11548872" cy="365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" y="41148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411480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411480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822960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~ nao_esta_incluso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10268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NÃO ESTÁ INCLUSO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60120" y="1783080"/>
            <a:ext cx="10268712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920240"/>
            <a:ext cx="10268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 de analise e de vistoria do Corpo de Bombeiros Militar de SC;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395728"/>
            <a:ext cx="10268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Documentos para aprovação na prefeitura (EIV, EIPGV, Licenças Ambientais, Projetos hidrossanitário e elétrico);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871216"/>
            <a:ext cx="10268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Laudos de sistemas preventivos específicos que possam ser requisitados posteriormente pelo Corpo de Bombeiros e que não estão incluídos no escopo de serviço deste contrato;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346704"/>
            <a:ext cx="10268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Materiais que necessitarem ser substituídos ou possíveis adequações que por ventura venham a ser solicitadas pelo Corpo de Bombeiros;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6035040"/>
            <a:ext cx="11548872" cy="50292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603504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www.vf-engenharia.com  |  (48) 98874-9269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254000" dist="101600" dir="27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320040"/>
            <a:ext cx="11548872" cy="365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" y="41148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411480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411480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822960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~ valor_e_pagamento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10268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INVESTIMENTO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0120" y="1874520"/>
            <a:ext cx="1026871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D94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R$ 4.500,00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960120" y="3063240"/>
            <a:ext cx="10268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quatro mil e quinhentos reais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566160"/>
            <a:ext cx="33314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94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1/3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60120" y="4069080"/>
            <a:ext cx="33314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assinatura do contrato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3024" y="3566160"/>
            <a:ext cx="18288" cy="1188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4474464" y="3566160"/>
            <a:ext cx="33314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94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1/3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74464" y="4069080"/>
            <a:ext cx="33314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RPCI aprovado no Corpo de Bombeiros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97368" y="3566160"/>
            <a:ext cx="18288" cy="1188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Text 16"/>
          <p:cNvSpPr/>
          <p:nvPr/>
        </p:nvSpPr>
        <p:spPr>
          <a:xfrm>
            <a:off x="7988808" y="3566160"/>
            <a:ext cx="33314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94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1/3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988808" y="4069080"/>
            <a:ext cx="33314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Habite-se aprovado no Corpo de Bombeiros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6035040"/>
            <a:ext cx="11548872" cy="50292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03504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Prazo: 30 (trinta) dias a partir da assinatura do termo de aceite e pagamento do valor da entrada.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254000" dist="101600" dir="27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320040"/>
            <a:ext cx="11548872" cy="365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" y="41148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411480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411480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822960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~ responsabilidade_tecnica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RESPONSABILIDADE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TÉCNICA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960120" y="2514600"/>
            <a:ext cx="10268712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2651760"/>
            <a:ext cx="5647792" cy="16459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2651760"/>
            <a:ext cx="54864" cy="164592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743200"/>
            <a:ext cx="537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Vinicius Marcos Figueiredo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154680"/>
            <a:ext cx="537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 198631-4  |  Engenheiro Civil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474720"/>
            <a:ext cx="537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Formado pela UFSC. Profissional com comprovada experiência em prevenção e combate a incêndio.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15973" y="2651760"/>
            <a:ext cx="43128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4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15973" y="3017520"/>
            <a:ext cx="43128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(48) 98874-9269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15973" y="3310128"/>
            <a:ext cx="43128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contato@vf-engenharia.com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15973" y="3602736"/>
            <a:ext cx="43128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www.vf-engenharia.com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15973" y="3895344"/>
            <a:ext cx="43128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Rua José de Araújo, 39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15973" y="4187952"/>
            <a:ext cx="43128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Barreiros — São José/SC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6035040"/>
            <a:ext cx="11548872" cy="50292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603504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Proposta válida por 15 dias  |  VF Engenharia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D94F3D"/>
          </a:solidFill>
          <a:ln/>
          <a:effectLst>
            <a:outerShdw sx="100000" sy="100000" kx="0" ky="0" algn="bl" rotWithShape="0" blurRad="254000" dist="101600" dir="27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320040"/>
            <a:ext cx="11548872" cy="365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" y="41148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411480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411480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20040"/>
            <a:ext cx="11548872" cy="365760"/>
          </a:xfrm>
          <a:prstGeom prst="rect">
            <a:avLst/>
          </a:prstGeom>
          <a:solidFill>
            <a:srgbClr val="B83A2B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" y="41148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" y="411480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" y="411480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14300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3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~ proposta válida por 15 dias_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1691640"/>
            <a:ext cx="10268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VÁLIDA ATÉ </a:t>
            </a:r>
            <a:pPr algn="ctr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 DE ABRIL DE 2026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960120" y="2697480"/>
            <a:ext cx="10268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Empresa Teste Ltda  ·  VF Engenharia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74520" y="3429000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Você confirma o interesse nesta proposta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74520" y="4023360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Assinatura do Termo de Aceite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74520" y="4617720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 Início dos serviços em até 5 dias úteis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51663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Qualquer dúvida, entre em contato.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2026-04-29T11:45:43Z</dcterms:created>
  <dcterms:modified xsi:type="dcterms:W3CDTF">2026-04-29T11:45:43Z</dcterms:modified>
</cp:coreProperties>
</file>